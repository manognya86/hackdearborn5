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E33FCF1-0E85-E9AE-E422-416489FA6970}">
          <p14:sldIdLst>
            <p14:sldId id="256"/>
          </p14:sldIdLst>
        </p14:section>
        <p14:section name="Problem" id="{CF623512-671C-7280-97EB-6EFBAFAD0F14}">
          <p14:sldIdLst>
            <p14:sldId id="257"/>
            <p14:sldId id="258"/>
          </p14:sldIdLst>
        </p14:section>
        <p14:section name="Novelty" id="{2852E128-DF40-208C-B974-3B5669D444E4}">
          <p14:sldIdLst>
            <p14:sldId id="259"/>
            <p14:sldId id="260"/>
          </p14:sldIdLst>
        </p14:section>
        <p14:section name="Product" id="{108C7F1E-1DFC-75DA-DE91-B943EFECB1C2}">
          <p14:sldIdLst>
            <p14:sldId id="261"/>
            <p14:sldId id="262"/>
            <p14:sldId id="263"/>
          </p14:sldIdLst>
        </p14:section>
        <p14:section name="Sponsor tech" id="{3D756F73-BAD0-55E5-14F1-F0A12037E3EA}">
          <p14:sldIdLst>
            <p14:sldId id="264"/>
            <p14:sldId id="265"/>
            <p14:sldId id="266"/>
          </p14:sldIdLst>
        </p14:section>
        <p14:section name="Impact" id="{33C9EE86-6379-9A8B-DB8D-20BC5E7491CB}">
          <p14:sldIdLst>
            <p14:sldId id="267"/>
            <p14:sldId id="268"/>
            <p14:sldId id="269"/>
            <p14:sldId id="270"/>
            <p14:sldId id="271"/>
          </p14:sldIdLst>
        </p14:section>
        <p14:section name="Demo" id="{FCE5BCDC-9A98-0AE2-3E96-661065A8674D}">
          <p14:sldIdLst>
            <p14:sldId id="272"/>
            <p14:sldId id="273"/>
          </p14:sldIdLst>
        </p14:section>
        <p14:section name="Close" id="{61DD0332-0FB7-8B16-C8EA-AA7CD778840D}">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A6D2-41F5-B3D9-8A9ACC9C4C0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423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starts with the rules. Nine real medicines, insulins, GLP-1s, a biologic, an EpiPen and eye drops, each quoted word for word from its FDA label and linked to DailyMed. For anything else, type the name: we fetch the official FDA label first, and only if that has no storage section does Gemini search the web, showing every source so you can confirm.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don't tell you if your medicine is cold right now. We tell you how much safe life it has left. Next, we want a pharmacy pilot, pharmacist review of every message, manufacturer heat-tolerance data and live utility outage feeds. Thank you!</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audio" Target="../media/audio3.wav"/></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audio" Target="../media/audio2.wav"/><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audio" Target="../media/audio2.wav"/><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14.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18.png"/><Relationship Id="rId9"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audio" Target="../media/audio2.wav"/><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audio" Target="../media/audio2.wav"/><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audio" Target="../media/audio2.wav"/><Relationship Id="rId7"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46.png"/><Relationship Id="rId4"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55.png"/><Relationship Id="rId4" Type="http://schemas.openxmlformats.org/officeDocument/2006/relationships/image" Target="../media/image54.png"/></Relationships>
</file>

<file path=ppt/slides/_rels/slide19.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4"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4"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4"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4"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rules from real FDA labels</a:t>
            </a:r>
            <a:endParaRPr lang="en-US" sz="3200" dirty="0"/>
          </a:p>
        </p:txBody>
      </p:sp>
      <p:graphicFrame>
        <p:nvGraphicFramePr>
          <p:cNvPr id="8"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2976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Store at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it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Lantus SoloStar (insulin glargine)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NovoLog FlexPen (insulin aspart)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Tresiba FlexTouch (insulin degludec)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Mounjaro pen (tirzepatide)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21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Trulicity pen (dulaglutide)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14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Victoza pen, in use (liraglutide)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 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Enbrel SureClick (etanercept)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 · one 30-day period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7"/>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EpiPen (epinephrine)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8"/>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Xalatan, opened (latanoprost)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6 wk · ≤40°C 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9"/>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Quoted word for word from Section 16 of each label (openFDA), linked to DailyMed in the app. Where a label is silent, LIFELOG says so.</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7" name="anim|3|wipe|click|"/>
          <p:cNvSpPr/>
          <p:nvPr/>
        </p:nvSpPr>
        <p:spPr>
          <a:xfrm>
            <a:off x="8183880" y="2240280"/>
            <a:ext cx="640080" cy="640080"/>
          </a:xfrm>
          <a:prstGeom prst="ellipse">
            <a:avLst/>
          </a:prstGeom>
          <a:solidFill>
            <a:srgbClr val="3A3458"/>
          </a:solidFill>
          <a:ln/>
        </p:spPr>
      </p:sp>
      <p:pic>
        <p:nvPicPr>
          <p:cNvPr id="3"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Every source and the exact text it read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22" presetClass="entr" presetSubtype="8"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wipe(left)">
                                      <p:cBhvr>
                                        <p:cTn id="26" dur="500"/>
                                        <p:tgtEl>
                                          <p:spTgt spid="3"/>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4"/>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5"/>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6"/>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7"/>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8"/>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9"/>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10"/>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1"/>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4"/>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4"/>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Built for Michigan's summer storms and ice storms, and for utilities like Consumers Energy.</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14"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4"/>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16"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NEXT</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Pilot with a pharmacy</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Pharmacist review of every message</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Manufacturer heat-tolerance data</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Live utility outage feeds</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2967</Words>
  <Application>Microsoft Office PowerPoint</Application>
  <PresentationFormat>Widescreen</PresentationFormat>
  <Paragraphs>337</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Bookman Old Style</vt:lpstr>
      <vt:lpstr>Calibri</vt:lpstr>
      <vt:lpstr>Conjure Reality</vt:lpstr>
      <vt:lpstr>PowerPoint Presentation</vt:lpstr>
      <vt:lpstr>The cold chain ends at the pharmacy door</vt:lpstr>
      <vt:lpstr>The insight: exposure adds up</vt:lpstr>
      <vt:lpstr>Everyone watches medicine until it reaches you</vt:lpstr>
      <vt:lpstr>What's new here</vt:lpstr>
      <vt:lpstr>Meet LIFELOG</vt:lpstr>
      <vt:lpstr>Real rules from real FDA labels</vt:lpstr>
      <vt:lpstr>How it works</vt:lpstr>
      <vt:lpstr>Tiger Data does the heavy lifting</vt:lpstr>
      <vt:lpstr>Gemini: from messy reality to clear advice</vt:lpstr>
      <vt:lpstr>A forecast trained for each medicine</vt:lpstr>
      <vt:lpstr>When the power goes out, who runs out first?</vt:lpstr>
      <vt:lpstr>Numbers you can trust, and limits we show</vt:lpstr>
      <vt:lpstr>Records a pharmacist can verify</vt:lpstr>
      <vt:lpstr>Works with or without AI</vt:lpstr>
      <vt:lpstr>Build on LIFELOG</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2026-10-04T01:02:01Z</dcterms:created>
  <dcterms:modified xsi:type="dcterms:W3CDTF">2026-10-04T01:02:11Z</dcterms:modified>
</cp:coreProperties>
</file>